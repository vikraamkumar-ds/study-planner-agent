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Kanit Thin"/>
      <p:regular r:id="rId201314"/>
    </p:embeddedFont>
    <p:embeddedFont>
      <p:font typeface="Kanit ExtraLight"/>
      <p:regular r:id="rId201315"/>
    </p:embeddedFont>
    <p:embeddedFont>
      <p:font typeface="Kanit Bold"/>
      <p:regular r:id="rId201316"/>
    </p:embeddedFont>
    <p:embeddedFont>
      <p:font typeface="Kanit ExtraBold"/>
      <p:regular r:id="rId201317"/>
    </p:embeddedFont>
    <p:embeddedFont>
      <p:font typeface="Kanit Black"/>
      <p:regular r:id="rId201318"/>
    </p:embeddedFont>
    <p:embeddedFont>
      <p:font typeface="Kanit Light"/>
      <p:regular r:id="rId201319"/>
    </p:embeddedFont>
    <p:embeddedFont>
      <p:font typeface="Kanit"/>
      <p:regular r:id="rId201320"/>
    </p:embeddedFont>
    <p:embeddedFont>
      <p:font typeface="Kanit Medium"/>
      <p:regular r:id="rId201321"/>
    </p:embeddedFont>
    <p:embeddedFont>
      <p:font typeface="Kanit SemiBold"/>
      <p:regular r:id="rId201322"/>
    </p:embeddedFont>
    <p:embeddedFont>
      <p:font typeface="Martel Sans ExtraLight"/>
      <p:regular r:id="rId201323"/>
    </p:embeddedFont>
    <p:embeddedFont>
      <p:font typeface="Martel Sans Light"/>
      <p:regular r:id="rId201324"/>
    </p:embeddedFont>
    <p:embeddedFont>
      <p:font typeface="Martel Sans"/>
      <p:regular r:id="rId201325"/>
    </p:embeddedFont>
    <p:embeddedFont>
      <p:font typeface="Martel Sans SemiBold"/>
      <p:regular r:id="rId201326"/>
    </p:embeddedFont>
    <p:embeddedFont>
      <p:font typeface="Martel Sans Bold"/>
      <p:regular r:id="rId201327"/>
    </p:embeddedFont>
    <p:embeddedFont>
      <p:font typeface="Martel Sans ExtraBold"/>
      <p:regular r:id="rId201328"/>
    </p:embeddedFont>
    <p:embeddedFont>
      <p:font typeface="Martel Sans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vikraamkumar-ds/study-planner-agen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067123"/>
            <a:ext cx="5303209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STUDY PLANNER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733576"/>
            <a:ext cx="8676760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i="1" dirty="0">
                <a:solidFill>
                  <a:srgbClr val="CADCFC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 self-checking multi-agent system for realistic study schedules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8086" y="3384649"/>
            <a:ext cx="10795524" cy="1406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CADCFC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Vikram Kumar | Moneka.</a:t>
            </a:r>
            <a:endParaRPr lang="en-US" sz="1550" dirty="0"/>
          </a:p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8FA6CC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Concierge Agents Track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8FA6CC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5-Day AI Agents: Intensive Vibe Coding Course With Google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3145"/>
            <a:ext cx="5303209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Problem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1438970"/>
            <a:ext cx="10795524" cy="791766"/>
          </a:xfrm>
          <a:prstGeom prst="roundRect">
            <a:avLst>
              <a:gd name="adj" fmla="val 3779"/>
            </a:avLst>
          </a:prstGeom>
          <a:solidFill>
            <a:srgbClr val="4B3F0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10" y="1698625"/>
            <a:ext cx="311638" cy="2493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08573" y="1688207"/>
            <a:ext cx="543794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Students guess how much free time they have.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8086" y="2455069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study plan built on "I'll probably have a few hours a day" almost always breaks within a day or two, because it was never checked against anything real.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98086" y="3317776"/>
            <a:ext cx="25399" cy="2986980"/>
          </a:xfrm>
          <a:prstGeom prst="roundRect">
            <a:avLst>
              <a:gd name="adj" fmla="val 60001"/>
            </a:avLst>
          </a:prstGeom>
          <a:solidFill>
            <a:srgbClr val="FD505F"/>
          </a:solidFill>
          <a:ln/>
        </p:spPr>
      </p:sp>
      <p:sp>
        <p:nvSpPr>
          <p:cNvPr id="8" name="Text 5"/>
          <p:cNvSpPr/>
          <p:nvPr/>
        </p:nvSpPr>
        <p:spPr>
          <a:xfrm>
            <a:off x="997223" y="3542109"/>
            <a:ext cx="1110597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What's missing from most AI study planners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97223" y="4085630"/>
            <a:ext cx="10496387" cy="199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97223" y="4085630"/>
            <a:ext cx="10496387" cy="199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97223" y="4085630"/>
            <a:ext cx="10496387" cy="199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endParaRPr lang="en-US" sz="15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23" y="4085630"/>
            <a:ext cx="10496387" cy="19947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01713"/>
            <a:ext cx="5978772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21295C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Why Two Agents, Not One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987352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5B6472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One agent that both drafts a plan and grades its own plan has no real check on its own optimism. Splitting the roles forces an actual verification step.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850059"/>
            <a:ext cx="5397762" cy="7979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7510" y="3847405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planner_agent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97510" y="4260354"/>
            <a:ext cx="4998912" cy="1396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i="1" dirty="0">
                <a:solidFill>
                  <a:srgbClr val="BFDCEE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ADK LlmAgent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E8F1F8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Takes the goal + deadline and drafts a day-by-day study schedule - without worrying yet about whether the hours are realistic.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2850059"/>
            <a:ext cx="5397762" cy="7979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95272" y="3847405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reviewer_agent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295272" y="4260354"/>
            <a:ext cx="4998912" cy="1396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i="1" dirty="0">
                <a:solidFill>
                  <a:srgbClr val="CFF0E9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ADK LlmAgent + MCP tool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E8FBF6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Calls a live MCP tool to check real free hours, then rewrites the plan so it actually fits - cutting topics instead of pretending the time exists.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0649"/>
            <a:ext cx="5229789" cy="5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Architecture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554758"/>
            <a:ext cx="981745" cy="11781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3104" y="1751112"/>
            <a:ext cx="9620505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Security guardrail - runs ONCE, before anything else. Unsafe requests skip the entire pipeline below.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2732881"/>
            <a:ext cx="981745" cy="11781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73104" y="2929235"/>
            <a:ext cx="2310052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planner_agent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873104" y="3333849"/>
            <a:ext cx="9620505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Drafts the day-by-day schedule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3911005"/>
            <a:ext cx="981745" cy="11781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73104" y="4107359"/>
            <a:ext cx="2310052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reviewer_agent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873104" y="4511973"/>
            <a:ext cx="9620505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Checks the draft against real hours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5089128"/>
            <a:ext cx="981745" cy="11781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73104" y="5285482"/>
            <a:ext cx="2310052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MCP Server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1873104" y="5690096"/>
            <a:ext cx="962050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get_available_hours() - mock calendar tool, called live over stdio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3030"/>
            <a:ext cx="2935809" cy="290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Live Test Results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609089" y="998637"/>
            <a:ext cx="5425046" cy="5266333"/>
          </a:xfrm>
          <a:prstGeom prst="roundRect">
            <a:avLst>
              <a:gd name="adj" fmla="val 352"/>
            </a:avLst>
          </a:prstGeom>
          <a:solidFill>
            <a:srgbClr val="F4F7F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613" y="1084759"/>
            <a:ext cx="2928864" cy="29289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2613" y="4099818"/>
            <a:ext cx="2063500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65A8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Normal request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2613" y="4357985"/>
            <a:ext cx="5177998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50" i="1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"Learn enough SQL for a job interview" - 5 days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Planner drafted a plan needing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25.5 hours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across 5 days.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Reviewer called the MCP tool, found only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15 hours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actually free.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Plan was rewritten to fit inside the real 15 hours - lower-priority topics trimmed, nothing pretended.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2613" y="5451376"/>
            <a:ext cx="5177998" cy="567333"/>
          </a:xfrm>
          <a:prstGeom prst="roundRect">
            <a:avLst>
              <a:gd name="adj" fmla="val 3267"/>
            </a:avLst>
          </a:prstGeom>
          <a:solidFill>
            <a:srgbClr val="E7EAEC"/>
          </a:solidFill>
          <a:ln/>
        </p:spPr>
      </p:sp>
      <p:sp>
        <p:nvSpPr>
          <p:cNvPr id="8" name="Shape 5"/>
          <p:cNvSpPr/>
          <p:nvPr/>
        </p:nvSpPr>
        <p:spPr>
          <a:xfrm>
            <a:off x="726462" y="5451376"/>
            <a:ext cx="5190301" cy="567333"/>
          </a:xfrm>
          <a:prstGeom prst="roundRect">
            <a:avLst>
              <a:gd name="adj" fmla="val 3267"/>
            </a:avLst>
          </a:prstGeom>
          <a:solidFill>
            <a:srgbClr val="E7EAEC"/>
          </a:solidFill>
          <a:ln/>
        </p:spPr>
      </p:sp>
      <p:sp>
        <p:nvSpPr>
          <p:cNvPr id="9" name="Text 6"/>
          <p:cNvSpPr/>
          <p:nvPr/>
        </p:nvSpPr>
        <p:spPr>
          <a:xfrm>
            <a:off x="880842" y="5574903"/>
            <a:ext cx="4881540" cy="320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[reviewer_agent] -&gt; calling tool: get_available_hours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[reviewer_agent] &lt;- total_available_hours: 15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63910" y="998637"/>
            <a:ext cx="5425046" cy="5266333"/>
          </a:xfrm>
          <a:prstGeom prst="roundRect">
            <a:avLst>
              <a:gd name="adj" fmla="val 352"/>
            </a:avLst>
          </a:prstGeom>
          <a:solidFill>
            <a:srgbClr val="F4F7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434" y="1084759"/>
            <a:ext cx="2928864" cy="29289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87434" y="4099818"/>
            <a:ext cx="2229489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Unsafe request - blocked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287434" y="4357985"/>
            <a:ext cx="5177998" cy="116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50" i="1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"I want to study 40 hours a day" - 3 days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Guardrail fired 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before either agent ran.</a:t>
            </a:r>
            <a:endParaRPr lang="en-US" sz="950" dirty="0"/>
          </a:p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Only ONE output event, authored by the pipeline itself. No planner_agent call, no reviewer_agent call, no MCP tool call.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Found and fixed a real bug here: an earlier version blocked planner_agent but let reviewer_agent run anyway. Moving the check to run once, on the whole pipeline, fixed it.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87434" y="5611515"/>
            <a:ext cx="5177998" cy="567333"/>
          </a:xfrm>
          <a:prstGeom prst="roundRect">
            <a:avLst>
              <a:gd name="adj" fmla="val 3267"/>
            </a:avLst>
          </a:prstGeom>
          <a:solidFill>
            <a:srgbClr val="E7EAEC"/>
          </a:solidFill>
          <a:ln/>
        </p:spPr>
      </p:sp>
      <p:sp>
        <p:nvSpPr>
          <p:cNvPr id="15" name="Shape 11"/>
          <p:cNvSpPr/>
          <p:nvPr/>
        </p:nvSpPr>
        <p:spPr>
          <a:xfrm>
            <a:off x="6281283" y="5611515"/>
            <a:ext cx="5190301" cy="567333"/>
          </a:xfrm>
          <a:prstGeom prst="roundRect">
            <a:avLst>
              <a:gd name="adj" fmla="val 3267"/>
            </a:avLst>
          </a:prstGeom>
          <a:solidFill>
            <a:srgbClr val="E7EAEC"/>
          </a:solidFill>
          <a:ln/>
        </p:spPr>
      </p:sp>
      <p:sp>
        <p:nvSpPr>
          <p:cNvPr id="16" name="Text 12"/>
          <p:cNvSpPr/>
          <p:nvPr/>
        </p:nvSpPr>
        <p:spPr>
          <a:xfrm>
            <a:off x="6435663" y="5735042"/>
            <a:ext cx="4881540" cy="320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[study_planner_pipeline]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"40 hours a day isn't realistic..."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78570"/>
            <a:ext cx="6225722" cy="422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Concepts Demonstrated &amp; Tech Stack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698086" y="1524099"/>
            <a:ext cx="10795524" cy="2475508"/>
          </a:xfrm>
          <a:prstGeom prst="roundRect">
            <a:avLst>
              <a:gd name="adj" fmla="val 1088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436" y="1530449"/>
            <a:ext cx="10782824" cy="4793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04436" y="1530449"/>
            <a:ext cx="5391412" cy="479326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83918" y="1633736"/>
            <a:ext cx="5638857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Concept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5848" y="1530449"/>
            <a:ext cx="5391412" cy="479326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278505" y="1633736"/>
            <a:ext cx="5638857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Where it happens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436" y="2009775"/>
            <a:ext cx="10782824" cy="4793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83918" y="2113062"/>
            <a:ext cx="5638857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Multi-agent system (ADK)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78505" y="2113062"/>
            <a:ext cx="5638857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SequentialAgent chaining planner_agent -&gt; reviewer_agent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4436" y="2489101"/>
            <a:ext cx="10782824" cy="7520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83918" y="2592387"/>
            <a:ext cx="5638857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MCP Server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78505" y="2592387"/>
            <a:ext cx="5029273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Standalone server exposing get_available_hours, called live via McpToolset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4436" y="3241179"/>
            <a:ext cx="10782824" cy="7520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83918" y="3344466"/>
            <a:ext cx="5638857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Security guardrail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78505" y="3344466"/>
            <a:ext cx="5029273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before_agent_callback on the pipeline - blocks both agents at once, verified live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8086" y="4241899"/>
            <a:ext cx="2721701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65A8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Built with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98086" y="4748213"/>
            <a:ext cx="10795524" cy="93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Google ADK (Agent Development Kit) - multi-agent pipeline + callbacks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Official MCP Python SDK - the calendar server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Gemini 2.5 Flash - underlying model for both agents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8086" y="5861149"/>
            <a:ext cx="11405108" cy="218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 API keys are hardcoded anywhere - read from Kaggle Secrets / environment variables.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563416"/>
            <a:ext cx="10843941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An agent is only as trustworthy as the checks it runs on itself.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98086" y="3431778"/>
            <a:ext cx="10795524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i="1" dirty="0">
                <a:solidFill>
                  <a:srgbClr val="CADCFC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Thanks for watching.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b="1" u="sng" dirty="0">
                <a:solidFill>
                  <a:srgbClr val="8FA6CC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github.com/vikraamkumar-ds/study-planner-agent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FA6C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2026-07-05T18:40:17Z</dcterms:created>
  <dcterms:modified xsi:type="dcterms:W3CDTF">2026-07-05T18:40:17Z</dcterms:modified>
</cp:coreProperties>
</file>